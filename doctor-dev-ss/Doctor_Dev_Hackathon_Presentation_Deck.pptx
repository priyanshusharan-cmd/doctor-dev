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9bc208af7a4680" /><Relationship Type="http://schemas.openxmlformats.org/officeDocument/2006/relationships/extended-properties" Target="/docProps/app.xml" Id="R9e279dfb925448f3" /><Relationship Type="http://schemas.openxmlformats.org/officeDocument/2006/relationships/officeDocument" Target="/ppt/presentation.xml" Id="Ra61469cdcff3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8ec294a6dc4260"/>
  </p:sldMasterIdLst>
  <p:notesMasterIdLst>
    <p:notesMasterId xmlns:r="http://schemas.openxmlformats.org/officeDocument/2006/relationships" r:id="Ra089c1055d2f46d8"/>
  </p:notesMasterIdLst>
  <p:sldIdLst>
    <p:sldId xmlns:r="http://schemas.openxmlformats.org/officeDocument/2006/relationships" id="256" r:id="R66e4f53571e2466d"/>
    <p:sldId xmlns:r="http://schemas.openxmlformats.org/officeDocument/2006/relationships" id="257" r:id="Rd14bd30874504071"/>
    <p:sldId xmlns:r="http://schemas.openxmlformats.org/officeDocument/2006/relationships" id="258" r:id="R972adf33f59b487e"/>
    <p:sldId xmlns:r="http://schemas.openxmlformats.org/officeDocument/2006/relationships" id="259" r:id="R2f76d7858e7c43f6"/>
    <p:sldId xmlns:r="http://schemas.openxmlformats.org/officeDocument/2006/relationships" id="260" r:id="R9d57d048f2c840d1"/>
    <p:sldId xmlns:r="http://schemas.openxmlformats.org/officeDocument/2006/relationships" id="261" r:id="Rc81c205b6a204ca4"/>
    <p:sldId xmlns:r="http://schemas.openxmlformats.org/officeDocument/2006/relationships" id="262" r:id="R19925128ef8941ac"/>
    <p:sldId xmlns:r="http://schemas.openxmlformats.org/officeDocument/2006/relationships" id="263" r:id="R36adc70b9dab43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b8c92f27a4a6a" /><Relationship Type="http://schemas.openxmlformats.org/officeDocument/2006/relationships/slideMaster" Target="/ppt/slideMasters/slideMaster1.xml" Id="R778ec294a6dc4260" /><Relationship Type="http://schemas.openxmlformats.org/officeDocument/2006/relationships/notesMaster" Target="/ppt/notesMasters/notesMaster1.xml" Id="Ra089c1055d2f46d8" /><Relationship Type="http://schemas.openxmlformats.org/officeDocument/2006/relationships/presProps" Target="/ppt/presProps.xml" Id="R7eba922e782e4a93" /><Relationship Type="http://schemas.openxmlformats.org/officeDocument/2006/relationships/tableStyles" Target="/ppt/tableStyles.xml" Id="R7297c2d65ac446bd" /><Relationship Type="http://schemas.openxmlformats.org/officeDocument/2006/relationships/slide" Target="/ppt/slides/slide1.xml" Id="R66e4f53571e2466d" /><Relationship Type="http://schemas.openxmlformats.org/officeDocument/2006/relationships/slide" Target="/ppt/slides/slide2.xml" Id="Rd14bd30874504071" /><Relationship Type="http://schemas.openxmlformats.org/officeDocument/2006/relationships/slide" Target="/ppt/slides/slide3.xml" Id="R972adf33f59b487e" /><Relationship Type="http://schemas.openxmlformats.org/officeDocument/2006/relationships/slide" Target="/ppt/slides/slide4.xml" Id="R2f76d7858e7c43f6" /><Relationship Type="http://schemas.openxmlformats.org/officeDocument/2006/relationships/slide" Target="/ppt/slides/slide5.xml" Id="R9d57d048f2c840d1" /><Relationship Type="http://schemas.openxmlformats.org/officeDocument/2006/relationships/slide" Target="/ppt/slides/slide6.xml" Id="Rc81c205b6a204ca4" /><Relationship Type="http://schemas.openxmlformats.org/officeDocument/2006/relationships/slide" Target="/ppt/slides/slide7.xml" Id="R19925128ef8941ac" /><Relationship Type="http://schemas.openxmlformats.org/officeDocument/2006/relationships/slide" Target="/ppt/slides/slide8.xml" Id="R36adc70b9dab43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35de60c32b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b7734eba8a4cbf" /><Relationship Type="http://schemas.openxmlformats.org/officeDocument/2006/relationships/notesMaster" Target="/ppt/notesMasters/notesMaster1.xml" Id="R2c76f7863cc04a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9aee306f6b481f" /><Relationship Type="http://schemas.openxmlformats.org/officeDocument/2006/relationships/notesMaster" Target="/ppt/notesMasters/notesMaster1.xml" Id="R317527df900d4f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c36657a984d1a" /><Relationship Type="http://schemas.openxmlformats.org/officeDocument/2006/relationships/notesMaster" Target="/ppt/notesMasters/notesMaster1.xml" Id="R85999540961643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5fd3b230d64fef" /><Relationship Type="http://schemas.openxmlformats.org/officeDocument/2006/relationships/notesMaster" Target="/ppt/notesMasters/notesMaster1.xml" Id="R607f1204943048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b6bb0b5274dae" /><Relationship Type="http://schemas.openxmlformats.org/officeDocument/2006/relationships/notesMaster" Target="/ppt/notesMasters/notesMaster1.xml" Id="Rb70ac4fe2c384e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f09f04b3aa42b5" /><Relationship Type="http://schemas.openxmlformats.org/officeDocument/2006/relationships/notesMaster" Target="/ppt/notesMasters/notesMaster1.xml" Id="R52989dca4c9848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b450fa530746a7" /><Relationship Type="http://schemas.openxmlformats.org/officeDocument/2006/relationships/notesMaster" Target="/ppt/notesMasters/notesMaster1.xml" Id="R3f68243ccb6f48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d634c8eda64aa1" /><Relationship Type="http://schemas.openxmlformats.org/officeDocument/2006/relationships/notesMaster" Target="/ppt/notesMasters/notesMaster1.xml" Id="R8049376afacb4c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Doctor Dev screenshot 1 and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project README, Why Doctor Dev and problem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project README, solution and user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Doctor Dev screenshot 2. These are screenshot metrics for one Axios scan, not a measured productivity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project README, solution and evidence-based coverage sections; screenshots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Doctor Dev screenshot 4, Axios example. Findings are heuristic, with confidence labels in the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project README, IBM Bob section. Session-summary screenshots are separate required submission evidence and are not represented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repository: https://github.com/priyanshusharan-cmd/doctor-dev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7b17ef066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57f3b6758e438c" /><Relationship Type="http://schemas.openxmlformats.org/officeDocument/2006/relationships/slideLayout" Target="/ppt/slideLayouts/slideLayout1.xml" Id="Ra49ac9b85a594b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9ac9b85a594b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658a67e0d481e" /><Relationship Type="http://schemas.openxmlformats.org/officeDocument/2006/relationships/image" Target="/ppt/media/image.png" Id="Ra0d301719f3b4320" /><Relationship Type="http://schemas.openxmlformats.org/officeDocument/2006/relationships/notesSlide" Target="/ppt/notesSlides/notesSlide1.xml" Id="Re2b8c5afe6a940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b18c655654b7d" /><Relationship Type="http://schemas.openxmlformats.org/officeDocument/2006/relationships/notesSlide" Target="/ppt/notesSlides/notesSlide2.xml" Id="R9b0edb9d04ba43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c4b48fdec4517" /><Relationship Type="http://schemas.openxmlformats.org/officeDocument/2006/relationships/notesSlide" Target="/ppt/notesSlides/notesSlide3.xml" Id="R54bffcee5c5547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981e6f9804dfa" /><Relationship Type="http://schemas.openxmlformats.org/officeDocument/2006/relationships/image" Target="/ppt/media/image2.png" Id="R04f040c7fad9427e" /><Relationship Type="http://schemas.openxmlformats.org/officeDocument/2006/relationships/notesSlide" Target="/ppt/notesSlides/notesSlide4.xml" Id="R43c5358642db4a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30b97b10245bc" /><Relationship Type="http://schemas.openxmlformats.org/officeDocument/2006/relationships/notesSlide" Target="/ppt/notesSlides/notesSlide5.xml" Id="Rfdef7dcc019c49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12fbe374947c2" /><Relationship Type="http://schemas.openxmlformats.org/officeDocument/2006/relationships/image" Target="/ppt/media/image3.png" Id="Rda37314f76aa422c" /><Relationship Type="http://schemas.openxmlformats.org/officeDocument/2006/relationships/notesSlide" Target="/ppt/notesSlides/notesSlide6.xml" Id="R06f1d38cdbd94c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1db829145446b" /><Relationship Type="http://schemas.openxmlformats.org/officeDocument/2006/relationships/notesSlide" Target="/ppt/notesSlides/notesSlide7.xml" Id="R2597b3bc653740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34d1582444616" /><Relationship Type="http://schemas.openxmlformats.org/officeDocument/2006/relationships/notesSlide" Target="/ppt/notesSlides/notesSlide8.xml" Id="Ra6f3ab6a198041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3064B-6DA5-4817-85B2-09C7384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31DAA-0DF3-4927-A822-3A3B6CAD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  /  IBM BOB 2.0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12B78-F385-4115-9EFC-00D8C365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E3130-E766-473B-B409-32E796A4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85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2E38E-4F07-4803-B553-2C55A6C5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Find repository risks before they reach developers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4CECE-A8C6-4CDF-BD8D-D8F2704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953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A connected health check for tests, configuration and release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68765-157A-4468-952E-1CE8134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3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24AB9-FDB4-4537-9AC9-FFDF71A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05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TestPilot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69E4E-66C0-49DB-B1B3-15C63F66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3875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620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9194A-D8D0-4DE6-A1B5-61513B3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054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ConfigDoctor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36BC1-95F7-4016-9473-2AEDEB00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143000"/>
            <a:ext cx="4476750" cy="47815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A1020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301719f3b4320"/>
          <a:stretch xmlns:a="http://schemas.openxmlformats.org/drawingml/2006/main"/>
        </p:blipFill>
        <p:spPr>
          <a:xfrm xmlns:a="http://schemas.openxmlformats.org/drawingml/2006/main">
            <a:off x="7343775" y="1143541"/>
            <a:ext cx="3781425" cy="47804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17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D1220-DF54-4065-8E82-0DF58892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058DC-6484-4D0E-93E2-6097C552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  /  IBM BOB 2.0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43077-A3BB-4BD9-8AAF-B3651264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FB353-D448-456B-8BFA-DA22B25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The repo can look healthy while its parts disagree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1C3A6-9DC8-4047-BB30-F4699E08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A passing test suite and valid config files do not expose every cross-file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65725-0BA5-4ADE-A99E-B9715F09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4BE2D-0B49-4D13-9EE8-3353F5F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812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Untested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AC879-61E1-4DA3-8663-8C1CAC94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982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A route exists, but its error or authorization path lacks test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F989E-CD39-44D1-9013-79324D54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FDBBB-2A29-4531-8CE5-8C2AEA56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233B3-B75E-4776-9408-0EEFF7B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1950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Configuration drift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4B2A6-9ACD-4378-A32D-E4973E5E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4807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Code, environment templates, Docker, CI and README disagree.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49C25-B1ED-4C6B-94ED-DB4F0DF5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D736B-1E0A-40FE-946A-7B5ED0B0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026B7-803D-4661-B026-A856E23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577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Slow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634D3-ABFB-4218-82E4-9D304ADD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8632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Separate warnings leave developers to connect the evidence manually.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ACC4D-3660-49DD-88C4-C937AAC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5589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44BF5-9615-4FFB-8DED-0CC69FEC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2A053-76FA-421C-B900-50E1A548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  /  IBM BOB 2.0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48EE8-D682-4F9C-A70B-FB7553DE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DB824-862D-4F11-9D2B-74776DE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One scan connects the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6FFAA-A454-435F-802D-932DA54F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Submit a public GitHub URL or an approved local path; Doctor Dev builds an actionable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102BF-F924-4E4A-BA70-78A8357D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2CF42-F920-4A21-9138-C01D11BA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SCAN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226FA-5A8B-4165-8B14-ADC5D5AB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76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Files, stack, routes and test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6D315-BD3F-4802-A907-3B38B10A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289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AA27F-FBFB-47ED-B665-48BBC8AF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DIAGNOSE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AAD9D-8D16-4858-83D4-ADFDBCEB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TestPilot finds test gaps. ConfigDoctor detects drift.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19FD3-3087-4ED7-9436-2A00C677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289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CD5E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4CD5E9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BCE7-6908-4DB1-9E13-88D3AC8A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89A6B-9BB7-4A9A-9BA6-F366C809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14750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Review severity, confidence, evidence and a concrete next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6CC17-7CED-48B2-96E4-65472C84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A5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9AB27-8AB6-4B51-BD0E-89DA070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769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Read-only analysis     ·     Markdown and JSON export     ·     Optional starter tests</a:t>
            </a:r>
          </a:p>
        </p:txBody>
      </p:sp>
    </p:spTree>
    <p:extLst>
      <p:ext uri="{BB962C8B-B14F-4D97-AF65-F5344CB8AC3E}">
        <p14:creationId xmlns:p14="http://schemas.microsoft.com/office/powerpoint/2010/main" val="1722860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7F09B-ECA2-4C0D-8165-0EEBB0FC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A0574-A25D-4E57-A3C6-7B629A9F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  /  IBM BOB 2.0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4932E-A3F9-4EFD-97A6-5920DD4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72116-D790-4292-84A6-ED01D8A8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A real repository scan reveals the gaps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71C9E-29E9-4CE2-8D66-F887A92B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Example shown: the public Axios repository, as captured in the supplied product screenshots.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040c7fad9427e"/>
          <a:srcRect xmlns:a="http://schemas.openxmlformats.org/drawingml/2006/main" l="0" t="18000" r="0" b="34000"/>
          <a:stretch xmlns:a="http://schemas.openxmlformats.org/drawingml/2006/main"/>
        </p:blipFill>
        <p:spPr>
          <a:xfrm xmlns:a="http://schemas.openxmlformats.org/drawingml/2006/main">
            <a:off x="6572250" y="2143125"/>
            <a:ext cx="4905375" cy="3952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A2E48-BD92-4C14-B196-1FF7A6BE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47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80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50285-390B-4036-B50F-4D069C8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1942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/100  health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80687-69C5-41ED-9583-5274734A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rPr>
              <a:t>4 test gaps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50776-C026-41FA-84B4-D8791FB5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3 configuration issues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5AD66-E1F7-4D21-9EC7-1E2897A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Evidence based coverage label when no numeric report exists</a:t>
            </a:r>
          </a:p>
        </p:txBody>
      </p:sp>
    </p:spTree>
    <p:extLst>
      <p:ext uri="{BB962C8B-B14F-4D97-AF65-F5344CB8AC3E}">
        <p14:creationId xmlns:p14="http://schemas.microsoft.com/office/powerpoint/2010/main" val="733515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779A2-ED01-464F-AD50-EB8E5373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D5C85-5086-49F9-A8CE-25C69D48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  /  IBM BOB 2.0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ECE01-9787-424F-9ABD-11981AA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178C2-06FF-4663-84BC-873ADAB6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Two focused diagnostic engines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DECFA-AF94-467F-948D-604F6A6B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Each finding points back to repository evidence and states how confident the analysis 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7A630-B079-43D1-A8E8-E36A496E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52387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1711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3C76E-3BAC-498C-AAFC-AC0BE2D6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05050"/>
            <a:ext cx="52387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0B202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63666-6274-4E98-B79C-48567F3B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B775FF"/>
                </a:solidFill>
                <a:latin typeface="Bitstream Charter"/>
                <a:ea typeface="Bitstream Charter"/>
                <a:cs typeface="Bitstream Charter"/>
              </a:rPr>
              <a:t>TestPilot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84E60-42B7-44BD-B730-CEC3E383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051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Maps tests to source and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D85BA-2615-4629-8389-7C4D7C63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24300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Highlights missing error, edge and authorization cases. Reads numeric coverage only when a supported artifact exists.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51A26-3206-4F7A-8BC8-C8E03775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CD5E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4CD5E9"/>
                </a:solidFill>
                <a:latin typeface="Bitstream Charter"/>
                <a:ea typeface="Bitstream Charter"/>
                <a:cs typeface="Bitstream Charter"/>
              </a:rPr>
              <a:t>ConfigDoctor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E97D0-239D-46E1-800D-1B49433F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051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Cross-checks the whole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3BD74-F881-4970-A4D1-0977700D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24300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Compares environment variables, Docker, ports, CI, runtime metadata and README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551525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D3D0A-5B2C-43AB-997E-697BA479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F7FBC-D4A2-492D-8FF4-22C369A2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  /  IBM BOB 2.0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345AC-F463-42AA-89C4-533A3619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2A360-00E0-44FE-905F-3BA5840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A finding you can act 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7CD39-3EB9-4E5B-8D79-47677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The report identifies the file, issue and recommended change.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7314f76aa422c"/>
          <a:srcRect xmlns:a="http://schemas.openxmlformats.org/drawingml/2006/main" l="0" t="39000" r="0" b="28000"/>
          <a:stretch xmlns:a="http://schemas.openxmlformats.org/drawingml/2006/main"/>
        </p:blipFill>
        <p:spPr>
          <a:xfrm xmlns:a="http://schemas.openxmlformats.org/drawingml/2006/main">
            <a:off x="5953125" y="2238375"/>
            <a:ext cx="5476875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2E4BB-5184-4C5F-9AD3-71F1593E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B552"/>
                </a:solidFill>
                <a:latin typeface="Bitstream Charter"/>
                <a:ea typeface="Bitstream Charter"/>
                <a:cs typeface="Bitstream Charter"/>
              </a:rPr>
              <a:t>README port mismatch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3CDA7-D99E-4262-9402-45ECA79E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337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Doctor Dev flags ports documented in the README that the application does not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F31DE-46E4-4261-84B0-EF10E569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1487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The same scan also notes a missing .env.example and absent test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904687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AB4E1-2CE0-4970-A26D-AD129CE0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B969F-ABFC-4097-96C9-A23BE8C5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  /  IBM BOB 2.0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84420-73B5-4A43-AB92-B63C673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5775C-5F8A-4338-AF9C-3274A271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1125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Built with IBM Bob 2.0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68F55-9D2A-4FBD-9040-C665B94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Bob helped reason across the repository, from analyzer logic through UI, security and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F968A-7C3F-4CA6-9B9F-F688A207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CA1A3-8A3F-42FB-B92C-745B3727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33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2B506-3231-4304-89CC-7D3312CA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3362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TestPilot, ConfigDoctor and shared backend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AFF6A-4ABE-4CC3-9729-A4DA36A9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5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A11D5-B5FC-4F93-93E3-6CFA1D4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EFA4F-FBFC-4578-8B8A-2D913A2A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242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Repository discovery, AST analysis and evidence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D9493-D4F0-433B-AD1A-455032EA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D5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79197-5A33-4B66-8AA9-DD45BF5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148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Hardening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50347-102C-438A-987D-55FEDC61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14875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False-positive debugging, path safety and regression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1847F-7620-4602-ADDE-8EB0F475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Explore the public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4093A-F23B-4F97-AF6F-D2CBC717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019800"/>
            <a:ext cx="704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github.com/priyanshusharan-cmd/doctor-dev</a:t>
            </a:r>
          </a:p>
        </p:txBody>
      </p:sp>
    </p:spTree>
    <p:extLst>
      <p:ext uri="{BB962C8B-B14F-4D97-AF65-F5344CB8AC3E}">
        <p14:creationId xmlns:p14="http://schemas.microsoft.com/office/powerpoint/2010/main" val="287128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B0A36-4232-4EEA-A8F7-764C277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B4D54-D07D-4BEB-9F83-A75B7D68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  /  IBM BOB 2.0 HACKATHON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ED98A-A412-466E-A552-83871D7D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0907A-15B9-4962-8933-3A5DFDFB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19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6600" b="1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EEA59-D6DA-4FFC-9A11-5BAED050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225" b="1">
                <a:solidFill>
                  <a:srgbClr val="5BA8FF"/>
                </a:solidFill>
                <a:latin typeface="Bitstream Charter"/>
                <a:ea typeface="Bitstream Charter"/>
                <a:cs typeface="Bitstream Charter"/>
              </a:rPr>
              <a:t>Doctor Dev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324BA-E3E7-4178-BBD5-C78A978C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A7B4C9"/>
                </a:solidFill>
                <a:latin typeface="Bitstream Charter"/>
                <a:ea typeface="Bitstream Charter"/>
                <a:cs typeface="Bitstream Charter"/>
              </a:rPr>
              <a:t>Find repository risks before they reach developers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B2710-4746-4D03-B58E-0CEBCB86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8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70D09-1CF2-4C14-89FB-14825B82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5F7FB"/>
                </a:solidFill>
                <a:latin typeface="Bitstream Charter"/>
                <a:ea typeface="Bitstream Charter"/>
                <a:cs typeface="Bitstream Charter"/>
              </a:rPr>
              <a:t>github.com/priyanshusharan-cmd/doctor-dev</a:t>
            </a:r>
          </a:p>
        </p:txBody>
      </p:sp>
    </p:spTree>
    <p:extLst>
      <p:ext uri="{BB962C8B-B14F-4D97-AF65-F5344CB8AC3E}">
        <p14:creationId xmlns:p14="http://schemas.microsoft.com/office/powerpoint/2010/main" val="1428234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2026-09-26T19:31:48.8110000Z</dcterms:created>
  <dcterms:modified xsi:type="dcterms:W3CDTF">2026-09-26T19:31:48.8110000Z</dcterms:modified>
</coreProperties>
</file>